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1" r:id="rId7"/>
    <p:sldId id="268" r:id="rId8"/>
    <p:sldId id="262" r:id="rId9"/>
    <p:sldId id="263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64" r:id="rId22"/>
    <p:sldId id="265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976A8-31E2-A738-AF46-72F77BA69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78044-8351-D5CA-B741-634252C1A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F49D0-28AE-3F44-BC29-05574E5B9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DBAA-7910-4569-AA06-839565B1C682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ADDCA-C7A3-9B1B-500D-3E8E820A2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DFD1B-1D37-76CC-DFA6-ABE8F0CC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5A3F-9D14-4A37-9BAE-169B12DC3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3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D112-A71D-9688-9D59-900A3D2C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5F9AD-01C3-BCFB-A56E-DF86EB22F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0B3C5-99F0-52BB-C76D-0793BA69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DBAA-7910-4569-AA06-839565B1C682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03B9-277B-DCE8-C536-71CF25ED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62099-1A45-B4E8-C7AF-83DBC096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5A3F-9D14-4A37-9BAE-169B12DC3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53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A71F-BEEC-CBA1-6FE5-DB919288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8D9C2-21ED-FFC1-4723-609B420AA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54EB6-248F-666B-3DB9-AA9243CDA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DBAA-7910-4569-AA06-839565B1C682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005E0-A6A0-D9A5-2E02-ACFBF9BA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AE386-3199-A8BE-AAE1-D99A58D99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5A3F-9D14-4A37-9BAE-169B12DC3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00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BB46-D6FE-7C09-53CD-D1D459959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2587D-8506-AA61-BDAC-6595BA9DA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FF12B-1C00-1224-FBCB-BCCC45CF7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C1B3D-80DD-162B-F9D1-5340C5E5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DBAA-7910-4569-AA06-839565B1C682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F651E-FA9A-20B1-C2CB-9903094AB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7203B-BD0A-4D30-A0C5-BB629E68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5A3F-9D14-4A37-9BAE-169B12DC3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58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1D2F-82D8-AC7D-7A96-849102744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0EB5B-C70F-BF6F-18ED-165473371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D76A-99B1-820D-045C-3F271CCD6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67A94-4216-B497-D4BF-886C54375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DBD921-5DCC-80E5-3D1B-99A2956B1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E5C1CF-CCF2-39C0-D66B-73178938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DBAA-7910-4569-AA06-839565B1C682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B4FFC-D7A7-24CD-E0FD-B4A999926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B0012A-A209-111D-64C6-DFCAB17F3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5A3F-9D14-4A37-9BAE-169B12DC3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1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C425-C7E8-A088-B56E-CB0D336C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80E91-3541-EBCA-8070-FC4E8CB44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DBAA-7910-4569-AA06-839565B1C682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6F04D-DE63-F39E-6D46-62C46FA77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CF229-F54C-DC13-B462-691C7CAF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5A3F-9D14-4A37-9BAE-169B12DC3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17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75CF79-CB42-3D3E-602F-171729CE8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DBAA-7910-4569-AA06-839565B1C682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F5CC7-10D1-7E2B-9AC0-2E61FD560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19D2F-B662-808B-46D1-9B04E0946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5A3F-9D14-4A37-9BAE-169B12DC3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15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3AB64-D14F-B549-44FA-DE00A833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AD862-2595-6ADE-23E7-CD2407E87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E8526-9C68-F35F-1717-C79B269CE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249DA-FDA1-E0FE-C410-EEA299BD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DBAA-7910-4569-AA06-839565B1C682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0DCE4-621E-6B5D-6ED7-B431DA5D6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BB94E-E5B4-0143-F666-8582FC5A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5A3F-9D14-4A37-9BAE-169B12DC3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3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7E35A-ECB0-2635-77F0-015E719DA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51F3A-A5E5-49B4-DACC-EC7F3A7A28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CC852-4E1F-88BC-D8BF-AA18A07AC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0A4A4-9240-9AC9-593A-7120853A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DBAA-7910-4569-AA06-839565B1C682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6DB90-1B78-FDF6-619A-3C3CCBBB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7082A-6C1D-CB8D-8B20-3A0F232E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5A3F-9D14-4A37-9BAE-169B12DC3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5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9C5C-A222-C4A4-FFFE-0E96170BC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0C80A6-E3F6-376E-EF65-2E9C2F583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50D2C-E518-AB78-2131-BF5744771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DBAA-7910-4569-AA06-839565B1C682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2A1CE-E4CF-D6FE-2F75-9EB224E15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347FD-6C66-A606-40FE-3B9DA27F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5A3F-9D14-4A37-9BAE-169B12DC3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53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FFD97C-0C7E-1EB1-3C75-1130BA7327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F4962-6089-D267-0E71-009A8A26A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09582-FF85-A21F-A9F9-181C05FB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1DBAA-7910-4569-AA06-839565B1C682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066B5-0CAF-7C98-CD1E-D2378219D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94A74-63C0-EDF4-51B5-499AA665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5A3F-9D14-4A37-9BAE-169B12DC3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64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D742A-3F3E-8C22-541E-61AE1995E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657BA-FFB2-58F9-F7A9-9E3914555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95B2-7084-DFF7-49B7-6F0D81D1D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1DBAA-7910-4569-AA06-839565B1C682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CA0C1-57DA-9121-4097-F0CC2A933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06B1E-AFC8-C676-0BF9-765DCA337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15A3F-9D14-4A37-9BAE-169B12DC3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9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CD7FB-07DF-4144-1120-DF4AF11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98" y="1321089"/>
            <a:ext cx="9144000" cy="213619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FD709-FFAC-78B5-DEC6-7F95D77EA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1866" y="3882352"/>
            <a:ext cx="6570134" cy="270885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S.HARIHARAN(224027056)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S.KARAN(224027072)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R.RAGUL(224027118)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73B5E4-59E2-7BE8-9BD3-E45653047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99" y="80530"/>
            <a:ext cx="3962399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BA9B8-BBFA-9F01-4A68-E361A5EE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63" y="269586"/>
            <a:ext cx="6615545" cy="964911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484E0-D46C-2387-B1B6-C0177D0DA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963" y="1740765"/>
            <a:ext cx="10515600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aim of the project is to save the lives of people by providing blood.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Scarcity of rare blood group.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Unavailability of blood during emergency.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awareness among people about blood donation and blood transfusion.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Deaths due to lack of blood during operations.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76E2D2-040A-01F6-A140-DF5B891C8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618" y="132916"/>
            <a:ext cx="4059382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59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392B-59F8-CD1D-2541-B2E11252F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910" y="180109"/>
            <a:ext cx="5223163" cy="905308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A7DBEE-891B-1DC1-C0C4-E119D8194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910" y="1593129"/>
            <a:ext cx="9144000" cy="4475163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This web application contains continuous list of donors and blood bank.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The functionalities of the blood donation can be automated with less man power.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The main aim of the proposed system is to provide an efficient “</a:t>
            </a:r>
            <a:r>
              <a:rPr lang="en-US" sz="2800" i="0" u="none" strike="noStrike" baseline="0" dirty="0">
                <a:latin typeface="Times New Roman" panose="02020603050405020304" pitchFamily="18" charset="0"/>
              </a:rPr>
              <a:t>BLOOD DONATION MANAGEMENT SYSTEM”</a:t>
            </a:r>
            <a:r>
              <a:rPr lang="en-US" sz="2800" b="1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for people, who will be facing a critical situation to the availability of blood samples.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2800" b="0" i="0" u="none" strike="noStrike" baseline="0" dirty="0">
              <a:latin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2800" b="0" i="0" u="none" strike="noStrike" baseline="0" dirty="0">
              <a:latin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04186-9C35-47B8-4642-8044001A9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218" y="108238"/>
            <a:ext cx="4211781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68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7E8EA-9979-5CEC-8688-4A3CE3E0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45" y="318655"/>
            <a:ext cx="3733800" cy="916564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DC8EC-9564-5D75-2F2B-6A02CC159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45" y="1811770"/>
            <a:ext cx="10515600" cy="4351338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blood donation management system streamlines the donor registration process by automating the collection of donor information.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paperwork and manual data entry, making the registration process faster and more accurate.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blood donation management system tracks the inventory of blood units, ensuring efficient storage, retrieval, and distribution.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maintaining a detailed record of donor screening, testing, and blood component processing, the system ensures compliance with quality and safety standards.</a:t>
            </a:r>
          </a:p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37E460-7A52-6CC7-90A3-D57669EB1B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75767"/>
            <a:ext cx="39624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7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A4920-7B41-5171-7599-DC26A4491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035" y="360219"/>
            <a:ext cx="5666511" cy="1226273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THIS PROJECTS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D29F-5032-561F-64CC-A56C03BD3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035" y="2466109"/>
            <a:ext cx="9019312" cy="2396836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Login Module (Donors, Receiver)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Module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</a:rPr>
              <a:t> A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dmin Module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BEB60A-FD3D-A0BC-1EC5-D354E72C9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182" y="94383"/>
            <a:ext cx="4017818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73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17AC2-3E53-E655-0DE5-3167C08EA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455" y="180110"/>
            <a:ext cx="3061854" cy="96072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8C2FA-98E2-041D-74D8-970F91E89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455" y="1759382"/>
            <a:ext cx="9144000" cy="4336617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RECEIVERS</a:t>
            </a:r>
            <a:r>
              <a:rPr lang="en-US" b="1" dirty="0"/>
              <a:t> :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To register details, request and receive blood from donors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DONORS</a:t>
            </a:r>
            <a:r>
              <a:rPr lang="en-US" sz="2800" b="1" dirty="0"/>
              <a:t> :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register details and providing blood to the corresponding receivers.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: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To manage reports and details.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61D03-348B-55CA-CD4F-729DD3F7D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018" y="94383"/>
            <a:ext cx="3906981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52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33F22-22C0-6AFA-F79D-90471405C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351272"/>
            <a:ext cx="6352310" cy="102033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9888F-3EE0-FB83-0C81-F5F414E7C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236" y="94384"/>
            <a:ext cx="4308764" cy="1238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482C5A-E8E4-0CC0-0F58-A24C625B04B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82147" y="2358389"/>
            <a:ext cx="8313575" cy="319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599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4290-D93D-8CF0-08CE-B3DD3A24A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674" y="110835"/>
            <a:ext cx="7116617" cy="9191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4D2526-CCB0-3A56-8801-EBE2ED143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472" y="96980"/>
            <a:ext cx="4045527" cy="1238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8DCC56-7624-95BA-E2C2-4637CC1D7896}"/>
              </a:ext>
            </a:extLst>
          </p:cNvPr>
          <p:cNvPicPr/>
          <p:nvPr/>
        </p:nvPicPr>
        <p:blipFill rotWithShape="1">
          <a:blip r:embed="rId3"/>
          <a:srcRect t="4924"/>
          <a:stretch/>
        </p:blipFill>
        <p:spPr>
          <a:xfrm>
            <a:off x="1240971" y="2313992"/>
            <a:ext cx="9909111" cy="368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09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2825-5B57-DFAC-E458-7E480FB2D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642" y="149802"/>
            <a:ext cx="2812472" cy="71134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BA3D3A-F5DF-951A-094A-0FA02D7D2B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6" b="3305"/>
          <a:stretch/>
        </p:blipFill>
        <p:spPr>
          <a:xfrm>
            <a:off x="1418253" y="1068453"/>
            <a:ext cx="7072603" cy="52728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05F345-BDD8-A206-1EEA-C008B7DA4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618" y="94383"/>
            <a:ext cx="4059381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02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CE274-6A79-55B1-AD96-2C104AA42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164" y="0"/>
            <a:ext cx="2895600" cy="72519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F36CD79-30BA-60D2-EB99-934FE90C3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7364" y="872691"/>
            <a:ext cx="4842163" cy="108079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PAGE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AE5A9E-768E-9D4F-1220-19605BA9F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18" b="11418"/>
          <a:stretch/>
        </p:blipFill>
        <p:spPr>
          <a:xfrm>
            <a:off x="1142893" y="1687320"/>
            <a:ext cx="9906213" cy="4297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3DDF29-2E38-3E6A-16C2-9EC182151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08238"/>
            <a:ext cx="3809999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72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624A0D-12EE-0C83-A68F-9EBD037FB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628" y="68984"/>
            <a:ext cx="2646218" cy="133622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DA36A2-A771-3475-BD91-B2128EE66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1600" y="2031346"/>
            <a:ext cx="9517224" cy="46110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D2E1CD-1E31-7C34-BC59-A2B594543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800" y="68985"/>
            <a:ext cx="3759199" cy="11033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16F7DC-F25E-80B5-7584-B80AF4CC6579}"/>
              </a:ext>
            </a:extLst>
          </p:cNvPr>
          <p:cNvSpPr txBox="1"/>
          <p:nvPr/>
        </p:nvSpPr>
        <p:spPr>
          <a:xfrm>
            <a:off x="511629" y="824182"/>
            <a:ext cx="7790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by giving their id and password.</a:t>
            </a:r>
          </a:p>
        </p:txBody>
      </p:sp>
    </p:spTree>
    <p:extLst>
      <p:ext uri="{BB962C8B-B14F-4D97-AF65-F5344CB8AC3E}">
        <p14:creationId xmlns:p14="http://schemas.microsoft.com/office/powerpoint/2010/main" val="2513368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C1393F-AA09-521D-456D-4A073C5C1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037" y="0"/>
            <a:ext cx="2313708" cy="540471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35713D-4F64-D17B-BD46-487049B00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5" b="14685"/>
          <a:stretch/>
        </p:blipFill>
        <p:spPr>
          <a:xfrm>
            <a:off x="511629" y="1967691"/>
            <a:ext cx="11549742" cy="4586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3A194D-F201-5832-A5C2-E5A75E3FB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713" y="101599"/>
            <a:ext cx="3846285" cy="1070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AF0017-778E-D58F-DE0F-D1F7C0D6E7F1}"/>
              </a:ext>
            </a:extLst>
          </p:cNvPr>
          <p:cNvSpPr txBox="1"/>
          <p:nvPr/>
        </p:nvSpPr>
        <p:spPr>
          <a:xfrm>
            <a:off x="669637" y="713609"/>
            <a:ext cx="7095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register can register through this form.</a:t>
            </a:r>
          </a:p>
        </p:txBody>
      </p:sp>
    </p:spTree>
    <p:extLst>
      <p:ext uri="{BB962C8B-B14F-4D97-AF65-F5344CB8AC3E}">
        <p14:creationId xmlns:p14="http://schemas.microsoft.com/office/powerpoint/2010/main" val="3688152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7E6532-248B-0189-928C-418B09C7E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073" y="0"/>
            <a:ext cx="5655252" cy="1172316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REQUEST DETAILS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Requesting Blood by the receiver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38A21-01DC-7C7D-38F4-599F94890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37" b="12737"/>
          <a:stretch/>
        </p:blipFill>
        <p:spPr>
          <a:xfrm>
            <a:off x="476985" y="1671442"/>
            <a:ext cx="11569872" cy="4848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365305-19EE-9715-C6BF-51EC08A30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436" y="299336"/>
            <a:ext cx="3851563" cy="8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33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659342-9345-A3A5-D25F-B11B7FBF9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35" y="110693"/>
            <a:ext cx="2757055" cy="568180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EB0E4-2872-8E8E-0BB7-DDE149627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14" b="26514"/>
          <a:stretch/>
        </p:blipFill>
        <p:spPr>
          <a:xfrm>
            <a:off x="357187" y="2314575"/>
            <a:ext cx="11477626" cy="3032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6795B2-CA04-E0B6-56D5-9E9583613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273" y="94383"/>
            <a:ext cx="3740726" cy="12382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1E10FE-9E7F-D717-0E3C-7277F43D6FA6}"/>
              </a:ext>
            </a:extLst>
          </p:cNvPr>
          <p:cNvSpPr txBox="1"/>
          <p:nvPr/>
        </p:nvSpPr>
        <p:spPr>
          <a:xfrm>
            <a:off x="427182" y="806876"/>
            <a:ext cx="538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donors details.</a:t>
            </a:r>
          </a:p>
        </p:txBody>
      </p:sp>
    </p:spTree>
    <p:extLst>
      <p:ext uri="{BB962C8B-B14F-4D97-AF65-F5344CB8AC3E}">
        <p14:creationId xmlns:p14="http://schemas.microsoft.com/office/powerpoint/2010/main" val="2834349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B8169CF-71ED-78AD-9EF8-4D6EE7217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072" y="13855"/>
            <a:ext cx="3463636" cy="526617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CCBBF-F1EF-230C-4FD4-8D98077E5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8" b="14958"/>
          <a:stretch/>
        </p:blipFill>
        <p:spPr>
          <a:xfrm>
            <a:off x="374072" y="1660850"/>
            <a:ext cx="11549743" cy="45518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E3FA30-2AAD-441D-E5EA-128A6392E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294" y="108238"/>
            <a:ext cx="3837705" cy="12382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E698C1-6677-B976-E25C-9958E8DD5BB9}"/>
              </a:ext>
            </a:extLst>
          </p:cNvPr>
          <p:cNvSpPr txBox="1"/>
          <p:nvPr/>
        </p:nvSpPr>
        <p:spPr>
          <a:xfrm>
            <a:off x="374072" y="787502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modify the details.</a:t>
            </a:r>
          </a:p>
        </p:txBody>
      </p:sp>
    </p:spTree>
    <p:extLst>
      <p:ext uri="{BB962C8B-B14F-4D97-AF65-F5344CB8AC3E}">
        <p14:creationId xmlns:p14="http://schemas.microsoft.com/office/powerpoint/2010/main" val="4218641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EEEF34-A748-20CD-427F-EC3DD197A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254001"/>
            <a:ext cx="4288124" cy="769916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FOR BLOOD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665BA-A206-6ECD-A306-B93CE02460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12" b="1866"/>
          <a:stretch/>
        </p:blipFill>
        <p:spPr>
          <a:xfrm>
            <a:off x="684151" y="1346488"/>
            <a:ext cx="10540466" cy="50992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FDC0B5-0B85-5DA8-E3BF-DB1AEE60BE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855" y="108238"/>
            <a:ext cx="3796144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44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4A5792-BB4F-0E65-A8B8-67923BF3E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628" y="299430"/>
            <a:ext cx="4070532" cy="716569"/>
          </a:xfrm>
        </p:spPr>
        <p:txBody>
          <a:bodyPr>
            <a:normAutofit fontScale="925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ACCEPTING REQUEST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FE796-0572-00A4-7E1D-0F7B5A1346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9076"/>
          <a:stretch/>
        </p:blipFill>
        <p:spPr>
          <a:xfrm>
            <a:off x="511629" y="1879600"/>
            <a:ext cx="11404600" cy="51104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1A4E8A-0EA0-E562-93C0-469EDE6EA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145" y="94384"/>
            <a:ext cx="3823854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54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C2FE6B-5703-8EA9-23D2-704C3FE72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291736"/>
            <a:ext cx="4627418" cy="582035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US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28D10-F6B0-5F19-F9FA-6201D8CACB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79" b="4703"/>
          <a:stretch/>
        </p:blipFill>
        <p:spPr>
          <a:xfrm>
            <a:off x="381000" y="1332633"/>
            <a:ext cx="11491686" cy="5300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E4B363-064E-A398-A759-FD53176F1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8764" y="94383"/>
            <a:ext cx="407323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98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4E199-91BB-7FD7-7CE9-ED995E27B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9" y="187036"/>
            <a:ext cx="4717473" cy="54032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RECORD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E2B7A1-B214-FDC2-20F4-6F8E21DDC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35" b="14135"/>
          <a:stretch/>
        </p:blipFill>
        <p:spPr>
          <a:xfrm>
            <a:off x="408710" y="1843314"/>
            <a:ext cx="11594604" cy="4676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D46EF1-1259-0B85-E45D-C5D3E4EFC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27" y="108238"/>
            <a:ext cx="3879272" cy="12382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A28CC0-F82D-D79F-33D0-A284C0889B34}"/>
              </a:ext>
            </a:extLst>
          </p:cNvPr>
          <p:cNvSpPr txBox="1"/>
          <p:nvPr/>
        </p:nvSpPr>
        <p:spPr>
          <a:xfrm>
            <a:off x="537029" y="899886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modify the record.</a:t>
            </a:r>
          </a:p>
        </p:txBody>
      </p:sp>
    </p:spTree>
    <p:extLst>
      <p:ext uri="{BB962C8B-B14F-4D97-AF65-F5344CB8AC3E}">
        <p14:creationId xmlns:p14="http://schemas.microsoft.com/office/powerpoint/2010/main" val="1813380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C00FB8-A773-F908-D96C-BDD3D78AF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809" y="450200"/>
            <a:ext cx="2327563" cy="554326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62CABE-B5D0-CB4A-8A9B-B7121CA0DA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" t="9776" r="-88" b="5722"/>
          <a:stretch/>
        </p:blipFill>
        <p:spPr>
          <a:xfrm>
            <a:off x="788785" y="1433094"/>
            <a:ext cx="10803775" cy="51331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BEBCF6-D953-3CD1-726F-07050AFA6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909" y="108238"/>
            <a:ext cx="408709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86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39FB2-6BB2-F339-1EBC-F9427E50E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055" y="216910"/>
            <a:ext cx="3643746" cy="104385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930E3-17FC-1C0A-F878-5D7018D45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055" y="1953491"/>
            <a:ext cx="9144000" cy="6248400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From this concept we conclude that this application will help many people to donate and receive blood through online without problem.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This System is easily accessible and easy to use.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Hence this is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one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of the best alternatives to the Blood Donation Management System. 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A1F4AD-15DD-992E-51F2-C0DB2469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944" y="122093"/>
            <a:ext cx="428105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99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36037-C09D-E5F9-4435-84119EB70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81" y="147492"/>
            <a:ext cx="4128655" cy="933018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DF925-1F9B-09AF-4E9C-432A63AB6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580" y="1676254"/>
            <a:ext cx="10692939" cy="3657745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 our implementation, we will include the location tracking of the donors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and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receivers.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At present implemented on a personal system as a web application and it supports only view the requests is accept or not.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And also we like to extend the chat window to help the users to resolve their queries.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8852BD-A0AE-795C-312D-F8181EC40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655" y="80529"/>
            <a:ext cx="4253344" cy="111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03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155C-C10D-42F5-53DC-77DB5D9DB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515" y="626382"/>
            <a:ext cx="10515600" cy="5353504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1828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447</Words>
  <Application>Microsoft Office PowerPoint</Application>
  <PresentationFormat>Widescreen</PresentationFormat>
  <Paragraphs>60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Wingdings</vt:lpstr>
      <vt:lpstr>Office Theme</vt:lpstr>
      <vt:lpstr>Blood Donation Management System</vt:lpstr>
      <vt:lpstr>PROBLEM STATEMENT</vt:lpstr>
      <vt:lpstr>PROPOSED SYSTEM</vt:lpstr>
      <vt:lpstr>ADVANTAGES</vt:lpstr>
      <vt:lpstr>MODULES USED IN THIS PROJECTS</vt:lpstr>
      <vt:lpstr>MODULES</vt:lpstr>
      <vt:lpstr>ARCHITECTURE DIAGRAM</vt:lpstr>
      <vt:lpstr>ARCHITECTURE DIAGRAM</vt:lpstr>
      <vt:lpstr>USECASE</vt:lpstr>
      <vt:lpstr>MODULES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PLANS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Donation Management System</dc:title>
  <dc:creator>kishore BS</dc:creator>
  <cp:lastModifiedBy>ragul.r2604@gmail.com</cp:lastModifiedBy>
  <cp:revision>16</cp:revision>
  <dcterms:created xsi:type="dcterms:W3CDTF">2023-05-22T10:01:26Z</dcterms:created>
  <dcterms:modified xsi:type="dcterms:W3CDTF">2024-04-16T12:14:26Z</dcterms:modified>
</cp:coreProperties>
</file>